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887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22960" cy="822960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80160" y="38404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ABHISHEK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600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PRAKASH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who ships — backend to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80160" y="2468880"/>
            <a:ext cx="4572000" cy="36576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&amp; Backend Engineer  ·  AI/ML Builder  ·  Northeastern MS '26  ·  Boston, 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3063240"/>
            <a:ext cx="178308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313639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366674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3063240"/>
            <a:ext cx="178308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313639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46120" y="366674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Txns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3063240"/>
            <a:ext cx="178308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313639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12080" y="366674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Users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78040" y="3063240"/>
            <a:ext cx="178308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313639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78040" y="366674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Cut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0" y="42519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NFO 7375: Branding &amp; AI  ·  Northeastern University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BRAND STRATEGY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 · Brand Pillars · Competitive Positioning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832104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4864" cy="100584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66928" y="1792224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ship production-grade systems end-to-end — distributed backends, DevOps pipelines, and AI-powered layers — built to serve millions of users and keep working under pressure. Unlike engineers who specialize in one layer, I own the full stack with proven impact at Dassault SolidWorks, Deloitte, and Zomato.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BRAND PILLARS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402336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420624" cy="530352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871216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3544" y="29077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Ownership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3544" y="314553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to CI/CD to production monitoring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493008"/>
            <a:ext cx="402336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493008"/>
            <a:ext cx="420624" cy="530352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93008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" y="352958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at Scale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3544" y="376732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latency cut. 99.9% uptime. 1M+ monthly transactions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4114800"/>
            <a:ext cx="402336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4114800"/>
            <a:ext cx="420624" cy="530352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114800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" y="415137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AI-First Thinking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3544" y="438912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RAG, LangChain baked in — not bolted 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2871216"/>
            <a:ext cx="402336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2871216"/>
            <a:ext cx="420624" cy="530352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2871216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9784" y="29077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Relentless Shipping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9784" y="314553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intern → Deloitte → SolidWorks → Co-founder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3493008"/>
            <a:ext cx="402336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17720" y="3493008"/>
            <a:ext cx="420624" cy="530352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3493008"/>
            <a:ext cx="420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9784" y="352958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Reliability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9784" y="376732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200+ MS students. Leads cross-functional teams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TARGET AUDIENCE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personas — two different conversations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4069080" cy="3383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406908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72768"/>
            <a:ext cx="1371600" cy="219456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1E6FFF"/>
                </a:solidFill>
              </a:rPr>
              <a:t>PERSONA 01</a:t>
            </a:r>
            <a:endParaRPr lang="en-US" sz="6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65376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78408" y="1865376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Engineering Hiring Manager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2286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EM / VP Engineering · Fintech or SaaS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578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WANT: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548640" y="2798064"/>
            <a:ext cx="54864" cy="2011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" y="2798064"/>
            <a:ext cx="3666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own problems end-to-end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3090672"/>
            <a:ext cx="54864" cy="2011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" y="3090672"/>
            <a:ext cx="3666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production impact, not side projects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" y="3383280"/>
            <a:ext cx="54864" cy="2011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7512" y="3383280"/>
            <a:ext cx="3666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can ship without hand-holding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3767328"/>
            <a:ext cx="3794760" cy="896112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" y="3803904"/>
            <a:ext cx="36118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"Abhishek has owned real production systems — 1M+ transactions, microservices migration, 85% latency improvement. That's a track record."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54880" y="1508760"/>
            <a:ext cx="4069080" cy="3383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54880" y="1508760"/>
            <a:ext cx="406908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92040" y="1572768"/>
            <a:ext cx="1371600" cy="219456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92040" y="1572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1E6FFF"/>
                </a:solidFill>
              </a:rPr>
              <a:t>PERSONA 02</a:t>
            </a:r>
            <a:endParaRPr lang="en-US" sz="6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865376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21808" y="1865376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AI-Forward Tech Lead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892040" y="2286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Engineer / CTO · AI-first startup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892040" y="2578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WANT: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4892040" y="2798064"/>
            <a:ext cx="54864" cy="2011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5010912" y="2798064"/>
            <a:ext cx="3666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understand both the AI layer and the infra beneath it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92040" y="3090672"/>
            <a:ext cx="54864" cy="2011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010912" y="3090672"/>
            <a:ext cx="3666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can build a RAG pipeline AND deploy it to prod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892040" y="3767328"/>
            <a:ext cx="3794760" cy="896112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4983480" y="3803904"/>
            <a:ext cx="36118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built an LLM Q&amp;A system with RAG, LangChain, and FastAPI — and deployed it to Kubernetes. That's the profile we need."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VISUAL IDENTITY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Identity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Colors · Typography · Brand Voice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92608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4864" cy="141732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664208"/>
            <a:ext cx="685800" cy="685800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6642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ABHISHEK PRAKASH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· Builder ·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743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CONCEPT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520440" y="1508760"/>
            <a:ext cx="521208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20440" y="1508760"/>
            <a:ext cx="54864" cy="141732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75888" y="1664208"/>
            <a:ext cx="8229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75888" y="2212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675888" y="2377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#0A1628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81728" y="1664208"/>
            <a:ext cx="822960" cy="502920"/>
          </a:xfrm>
          <a:prstGeom prst="rect">
            <a:avLst/>
          </a:prstGeom>
          <a:solidFill>
            <a:srgbClr val="1E6FFF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81728" y="2212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Blue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681728" y="2377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#1E6FFF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687568" y="1664208"/>
            <a:ext cx="822960" cy="502920"/>
          </a:xfrm>
          <a:prstGeom prst="rect">
            <a:avLst/>
          </a:prstGeom>
          <a:solidFill>
            <a:srgbClr val="4D91FF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87568" y="2212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Blue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687568" y="2377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#4D91FF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693408" y="1664208"/>
            <a:ext cx="8229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93408" y="2212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693408" y="2377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#0F2040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699248" y="1664208"/>
            <a:ext cx="822960" cy="502920"/>
          </a:xfrm>
          <a:prstGeom prst="rect">
            <a:avLst/>
          </a:prstGeom>
          <a:solidFill>
            <a:srgbClr val="A0AEC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99248" y="2212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699248" y="2377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#A0AEC0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520440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11480" y="2999232"/>
            <a:ext cx="4114800" cy="1801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11480" y="2999232"/>
            <a:ext cx="54864" cy="18013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66928" y="329184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Trebuchet MS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66928" y="378561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Headlines &amp; Brand Name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" y="40416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— Body text, descriptions, and secondary content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2999232"/>
            <a:ext cx="3931920" cy="1801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2999232"/>
            <a:ext cx="54864" cy="18013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864608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3310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fluff. Lead with impact.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64608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3657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Numbers, not adjectives.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64608" y="4005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4005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Builders don't apologize.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64608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Curious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89320" y="43525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Always learning. Always shipping.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DIGITAL PRESENCE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&amp; Social Media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· LinkedIn · Substack · GitHub · Brand voice in 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502920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4864" cy="141732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2763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627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Portfolio Website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993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portfolioabhi11111111111.lovable.app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" y="22677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Lovable · Dark navy brand identity · Mobile responsive · Case studies + project portfolio · Madison AI Tool section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1508760"/>
            <a:ext cx="310896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23560" y="1508760"/>
            <a:ext cx="54864" cy="141732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627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7220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 — Optimized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779008" y="20299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banner · Updated headline · Full About section · Featured: Website + Madison Tool + GitHub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11480" y="3035808"/>
            <a:ext cx="50292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11480" y="3035808"/>
            <a:ext cx="54864" cy="68580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14553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0976" y="3127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Substack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50976" y="34198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substack.com/profile/223994226-abhishek-prakash  ·  Writing about backend engineering, AI systems, and building in public.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11480" y="38221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EXAMPLE LINKEDIN POSTS — BRAND VOICE IN ACTION</a:t>
            </a:r>
            <a:endParaRPr lang="en-US" sz="650" dirty="0"/>
          </a:p>
        </p:txBody>
      </p:sp>
      <p:sp>
        <p:nvSpPr>
          <p:cNvPr id="25" name="Shape 20"/>
          <p:cNvSpPr/>
          <p:nvPr/>
        </p:nvSpPr>
        <p:spPr>
          <a:xfrm>
            <a:off x="411480" y="4059936"/>
            <a:ext cx="269748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11480" y="4059936"/>
            <a:ext cx="2697480" cy="36576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02920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Lesson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0292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reduced API latency 85% at SolidWorks. The real win wasn't the tech — it was mapping every dependency before writing a single line.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246120" y="4059936"/>
            <a:ext cx="269748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3246120" y="4059936"/>
            <a:ext cx="2697480" cy="36576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337560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Story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333756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Mechanical Engineering degree. I'm a software engineer. Engineering is engineering — the materials just change.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080760" y="4059936"/>
            <a:ext cx="269748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080760" y="4059936"/>
            <a:ext cx="2697480" cy="36576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172200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AI/Technical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17220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build AI features. I build AI systems. The API call takes a week. Making it production-ready takes three more.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BRAND STORY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Story 1: The Journey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Framework: The Hero's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457200" cy="512064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048256"/>
            <a:ext cx="91440" cy="146304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9264" y="1536192"/>
            <a:ext cx="776325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1572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Ordinary World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8013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Engineering grad from VIT. Built things with hands. Started wondering if code could do the same — but faster, at any scale.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457200" cy="512064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19456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706624"/>
            <a:ext cx="91440" cy="146304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9264" y="2194560"/>
            <a:ext cx="776325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8992" y="22311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245973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Zomato as an intern — 50K daily users, real latency issues, real consequences. Software engineering is just engineering with different constraints.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852928"/>
            <a:ext cx="457200" cy="512064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8529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364992"/>
            <a:ext cx="91440" cy="146304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9264" y="2852928"/>
            <a:ext cx="776325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8992" y="28895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Trials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311810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Deloitte: 1M+ transactions, PCI-DSS compliance, RabbitMQ across 8 microservices. Systems that couldn't fail. Built them anyway. They held.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11296"/>
            <a:ext cx="457200" cy="512064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51129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023360"/>
            <a:ext cx="91440" cy="146304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69264" y="3511296"/>
            <a:ext cx="776325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78992" y="3547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Transformation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" y="3776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Co-op: led a monolith-to-microservices migration. Cut API latency 85%. Built the observability pipeline. Began adding AI to the stack.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169664"/>
            <a:ext cx="457200" cy="512064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16966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" y="4169664"/>
            <a:ext cx="776325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78992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Return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78992" y="44348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Northeastern, graduating May 2026. Full-stack, backend, AI/ML — with real production scars to prove it. Ready to build what's next.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47914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The Hero's Journey — chosen because the arc from Mechanical Engineering to AI/ML is genuinely non-linear and transformative.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BRAND STORY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Story 2: The Build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Framework: Before / During / After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8321040" cy="841248"/>
          </a:xfrm>
          <a:prstGeom prst="rect">
            <a:avLst/>
          </a:prstGeom>
          <a:solidFill>
            <a:srgbClr val="1A3358"/>
          </a:solidFill>
          <a:ln w="12700">
            <a:solidFill>
              <a:srgbClr val="A0AE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73152" cy="841248"/>
          </a:xfrm>
          <a:prstGeom prst="rect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508760"/>
            <a:ext cx="822960" cy="84124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17320" y="15636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183794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legacy Perl/C# apps were causing deployment outages for 10K+ enterprise users. Bi-weekly releases were a ritual of anxiety — every change was a gamble. Developers were afraid to ship.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478024"/>
            <a:ext cx="8321040" cy="841248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478024"/>
            <a:ext cx="73152" cy="84124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2478024"/>
            <a:ext cx="822960" cy="841248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25328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28072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migration of all four apps to TypeScript microservices on Kubernetes. Built a centralized REST layer, Fluent Bit observability pipelines, and an internal NPM package cutting integration time 40%.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47288"/>
            <a:ext cx="8321040" cy="841248"/>
          </a:xfrm>
          <a:prstGeom prst="rect">
            <a:avLst/>
          </a:prstGeom>
          <a:solidFill>
            <a:srgbClr val="0D3B1A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447288"/>
            <a:ext cx="73152" cy="84124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447288"/>
            <a:ext cx="822960" cy="841248"/>
          </a:xfrm>
          <a:prstGeom prst="rect">
            <a:avLst/>
          </a:prstGeom>
          <a:solidFill>
            <a:srgbClr val="0D3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44728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17320" y="35021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37764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Outages: eliminated. Releases: bi-weekly to weekly. API latency: -85%. Debug time: hours to minutes. 10,000 enterprise users never noticed — because nothing broke.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462272"/>
            <a:ext cx="8321040" cy="384048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Value: I don't just write code. I own outcomes.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4919472"/>
            <a:ext cx="8321040" cy="201168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9377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Before / During / After — best for demonstrating transformation with concrete, measurable results.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MADISON AI TOOL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Madison AI Tool — Live Demo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A/B Testing Optimization using Thompson Sampling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832104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4864" cy="86868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536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Madison MAB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78992" y="1920240"/>
            <a:ext cx="7479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A/B Testing Optimization · Thompson Sampling · Live on Hugging Face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2542032"/>
            <a:ext cx="269748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1480" y="2542032"/>
            <a:ext cx="54864" cy="1719072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3347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" y="3054096"/>
            <a:ext cx="2514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&amp; Analyze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3438144"/>
            <a:ext cx="25146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with customer_segment, time_period, conversion_rate_pct. 50 data points across 5 segments and 10 campaigns.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46120" y="2542032"/>
            <a:ext cx="269748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46120" y="2542032"/>
            <a:ext cx="54864" cy="1719072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63347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37560" y="3054096"/>
            <a:ext cx="2514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 Sampling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337560" y="3438144"/>
            <a:ext cx="25146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 algorithm learns in real time. Allocates budget toward winners — no waiting for fixed test windows.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080760" y="2542032"/>
            <a:ext cx="269748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080760" y="2542032"/>
            <a:ext cx="54864" cy="1719072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63347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72200" y="3054096"/>
            <a:ext cx="2514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Winner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172200" y="3438144"/>
            <a:ext cx="25146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iterations identifies the highest-performing segment. Senior Executives: 35%+ conversion rate — clear winner.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11480" y="4370832"/>
            <a:ext cx="621792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02920" y="4407408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Thompson Sampling uses Beta Distribution priors, updating beliefs after each iteration. It balances exploration (trying all segments) and exploitation (doubling down on winners) — far more efficient than traditional A/B testing which requires equal traffic distribution.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6812280" y="4370832"/>
            <a:ext cx="1920240" cy="566928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681228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 Live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12280" y="4645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abhishek139sharma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LINKEDIN OPTIMIZATION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 — Fully Optimized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banner · Updated headline · About section · Featured content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5074920" cy="23774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6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1480" y="389534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Brand Banner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69280" y="1481328"/>
            <a:ext cx="30632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27048"/>
            <a:ext cx="2971800" cy="1051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6609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Section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669280" y="2907792"/>
            <a:ext cx="306324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953512"/>
            <a:ext cx="29718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0" y="39502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Section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11480" y="4169664"/>
            <a:ext cx="83210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48640" y="4224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Headline: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508760" y="422452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| Backend · Full-Stack · AI/ML | Northeastern MS '26 | Open to Full-Time Roles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48640" y="4453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Substack: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508760" y="445312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substack.com/profile/223994226-abhishek-prakash — Writing about backend engineering &amp; AI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48640" y="4681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Featured: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508760" y="468172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 · Madison MAB tool · GitHub · Oracle AI Certification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A7455E5-79B6-2E4F-D1E8-0EF7D49A3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536149"/>
            <a:ext cx="3063240" cy="21946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PATH A DELIVERABLES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Resumes &amp; Portfolio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ATS-optimized · Visual design · 3 case studies · Consistent brand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3977640" cy="3291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4864" cy="329184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ATS-OPTIMIZED RESUME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928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Abhishek Prakash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2157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· Distributed Systems · AI/ML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487168"/>
            <a:ext cx="54864" cy="23774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" y="248716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keywords for ATS parsing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54864" cy="23774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" y="283464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on every bullet point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182112"/>
            <a:ext cx="54864" cy="23774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" y="318211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latency · 1M+ txns · 99.9% uptime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529584"/>
            <a:ext cx="54864" cy="23774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" y="352958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single-column format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877056"/>
            <a:ext cx="54864" cy="23774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" y="387705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verbs: Led · Built · Reduced · Architected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508760"/>
            <a:ext cx="4160520" cy="3291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508760"/>
            <a:ext cx="54864" cy="329184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RESUME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36592" y="1828800"/>
            <a:ext cx="1097280" cy="1097280"/>
          </a:xfrm>
          <a:prstGeom prst="rect">
            <a:avLst/>
          </a:prstGeom>
          <a:solidFill>
            <a:srgbClr val="1E6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736592" y="30358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 brand colors · Impact stats sidebar · Two-column layout · Skills by category · Projects + Leadership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3794760"/>
            <a:ext cx="3794760" cy="749808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384048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Palette: #0A1628 · #1E6FFF · #4D91FF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Fonts: Space Grotesk (headers) · JetBrains Mono (code)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4919472"/>
            <a:ext cx="83210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983480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32688" y="4983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Portfolio: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810512" y="49834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case studies on website: SolidWorks migration · Deloitte fintech pipeline · LLM Document Intelligence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solidFill>
            <a:srgbClr val="163A7A"/>
          </a:solidFill>
          <a:ln w="12700">
            <a:solidFill>
              <a:srgbClr val="1E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200" dirty="0">
                <a:solidFill>
                  <a:srgbClr val="1E6FFF"/>
                </a:solidFill>
              </a:rPr>
              <a:t>CAREER STRATEGY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Positioning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fit · Who I target · How I compete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18288"/>
          </a:xfrm>
          <a:prstGeom prst="rect">
            <a:avLst/>
          </a:prstGeom>
          <a:solidFill>
            <a:srgbClr val="1A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3200400" cy="3429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4864" cy="342900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66928" y="1828800"/>
            <a:ext cx="2880360" cy="457200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8653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Software Engineer II/III — Backend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2880360" cy="457200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4323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Full-Stack Engineer (Fintech/SaaS)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2880360" cy="457200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Applied AI / ML Engineer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529584"/>
            <a:ext cx="2880360" cy="457200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566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Forward Deployed Engineer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096512"/>
            <a:ext cx="2880360" cy="457200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1330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Platform / Infrastructure Engineer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94760" y="1508760"/>
            <a:ext cx="493776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94760" y="1508760"/>
            <a:ext cx="54864" cy="1572768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50208" y="15727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 VS PEERS</a:t>
            </a:r>
            <a:endParaRPr lang="en-US" sz="7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828800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261104" y="1847088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experience — not just school projects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157984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261104" y="2176272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+ DevOps + AI — not siloed</a:t>
            </a:r>
            <a:endParaRPr lang="en-US" sz="9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487168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261104" y="2505456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and shipped a real product (Swadh)</a:t>
            </a:r>
            <a:endParaRPr lang="en-US" sz="9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816352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261104" y="2834640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200+ students — leadership signal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794760" y="3218688"/>
            <a:ext cx="49377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3794760" y="3218688"/>
            <a:ext cx="54864" cy="1719072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3950208" y="32826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COMPANIES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3950208" y="3566160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3950208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5522976" y="3566160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5522976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7095744" y="3566160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095744" y="3566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3950208" y="3895344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3950208" y="3895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5522976" y="3895344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5522976" y="3895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7095744" y="3895344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7095744" y="3895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3950208" y="4224528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3950208" y="42245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5522976" y="4224528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5522976" y="42245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7095744" y="4224528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7095744" y="42245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3950208" y="4553712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395020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5522976" y="4553712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5522976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7095744" y="4553712"/>
            <a:ext cx="1417320" cy="256032"/>
          </a:xfrm>
          <a:prstGeom prst="rect">
            <a:avLst/>
          </a:prstGeom>
          <a:solidFill>
            <a:srgbClr val="163A7A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/>
          <p:nvPr/>
        </p:nvSpPr>
        <p:spPr>
          <a:xfrm>
            <a:off x="7095744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D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6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build things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hold up.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65760" y="2304288"/>
            <a:ext cx="5029200" cy="36576"/>
          </a:xfrm>
          <a:prstGeom prst="rect">
            <a:avLst/>
          </a:prstGeom>
          <a:solidFill>
            <a:srgbClr val="163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fintech pipeline handling a million transactions to a microservices migration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ten thousand enterprise users — every system I've built has been built to last.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3291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prakash.ab@northeastern.edu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79008" y="3291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linkedin.com/in/abhishek-prakash13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3694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portfolioabhi11111111111.lovable.app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Madison: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79008" y="3694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huggingface.co/spaces/abhishek139sharma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096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Substack: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89888" y="40965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substack.com/profile/223994226-abhishek-prakash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4096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79008" y="40965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github.com/abhishekpr13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Boston, MA  ·  Available May 2026  ·  Open to Full-Time Roles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919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E6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1533</Words>
  <Application>Microsoft Macintosh PowerPoint</Application>
  <PresentationFormat>On-screen Show (16:9)</PresentationFormat>
  <Paragraphs>236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Abhishek Prakash — Brand System</dc:title>
  <dc:subject>PptxGenJS Presentation</dc:subject>
  <dc:creator>PptxGenJS</dc:creator>
  <cp:lastModifiedBy>Abhishek Prakash</cp:lastModifiedBy>
  <cp:revision>2</cp:revision>
  <dcterms:created xsi:type="dcterms:W3CDTF">2026-04-25T02:26:30Z</dcterms:created>
  <dcterms:modified xsi:type="dcterms:W3CDTF">2026-04-25T02:30:41Z</dcterms:modified>
</cp:coreProperties>
</file>