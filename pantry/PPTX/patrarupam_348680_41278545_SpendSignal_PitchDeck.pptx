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47472"/>
            <a:ext cx="347472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84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SpendSignal.ai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10469880" y="365760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14224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69880" y="3657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PITCH DECK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623560" y="6355080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2356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8686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$10K+/month is Burning in Ad Spend.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Knows </a:t>
            </a:r>
            <a:pPr algn="ctr" indent="0" marL="0">
              <a:buNone/>
            </a:pPr>
            <a:r>
              <a:rPr lang="en-US" sz="3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About It</a:t>
            </a:r>
            <a:pPr algn="ctr"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571500" y="22402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1500" y="2240280"/>
            <a:ext cx="352044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5820" y="25603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$1.2T</a:t>
            </a:r>
            <a:endParaRPr lang="en-US" sz="5400" dirty="0"/>
          </a:p>
        </p:txBody>
      </p:sp>
      <p:sp>
        <p:nvSpPr>
          <p:cNvPr id="13" name="Text 10"/>
          <p:cNvSpPr/>
          <p:nvPr/>
        </p:nvSpPr>
        <p:spPr>
          <a:xfrm>
            <a:off x="845820" y="35204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digital ad spend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2025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320540" y="22402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20540" y="2240280"/>
            <a:ext cx="352044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94860" y="25603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5400" dirty="0"/>
          </a:p>
        </p:txBody>
      </p:sp>
      <p:sp>
        <p:nvSpPr>
          <p:cNvPr id="17" name="Text 14"/>
          <p:cNvSpPr/>
          <p:nvPr/>
        </p:nvSpPr>
        <p:spPr>
          <a:xfrm>
            <a:off x="4594860" y="35204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that spend is wasted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underperforming keywords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069580" y="22402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69580" y="2240280"/>
            <a:ext cx="35204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43900" y="25603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$10K+</a:t>
            </a:r>
            <a:endParaRPr lang="en-US" sz="5400" dirty="0"/>
          </a:p>
        </p:txBody>
      </p:sp>
      <p:sp>
        <p:nvSpPr>
          <p:cNvPr id="21" name="Text 18"/>
          <p:cNvSpPr/>
          <p:nvPr/>
        </p:nvSpPr>
        <p:spPr>
          <a:xfrm>
            <a:off x="8343900" y="35204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monthly waste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SMB company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31520" y="4617720"/>
            <a:ext cx="10698480" cy="1188720"/>
          </a:xfrm>
          <a:prstGeom prst="roundRect">
            <a:avLst>
              <a:gd name="adj" fmla="val 9231"/>
            </a:avLst>
          </a:prstGeom>
          <a:solidFill>
            <a:srgbClr val="14224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0584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05840" y="512064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</a:rPr>
              <a:t>30M+ SMBs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 spending on digital ads globally. We target the </a:t>
            </a:r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$10K–$50K/month band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 — too small for Northbeam, too big for spreadsheets.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Insight:  </a:t>
            </a:r>
            <a:pPr algn="ctr" indent="0" marL="0">
              <a:buNone/>
            </a:pPr>
            <a:r>
              <a:rPr lang="en-US" sz="1400" i="1" dirty="0">
                <a:solidFill>
                  <a:srgbClr val="F1F5F9"/>
                </a:solidFill>
              </a:rPr>
              <a:t>Marketers don't have a data problem. They have a decision problem.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47472"/>
            <a:ext cx="347472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84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SpendSignal.ai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10469880" y="365760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14224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69880" y="3657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PITCH DECK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623560" y="6355080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2356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8686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→ Answer in </a:t>
            </a:r>
            <a:pPr algn="ctr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Seconds</a:t>
            </a:r>
            <a:pPr algn="ctr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Another Dashboard. The </a:t>
            </a:r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Layer</a:t>
            </a:r>
            <a:pPr algn="ctr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571500" y="210312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1500" y="2103120"/>
            <a:ext cx="73152" cy="1463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5820" y="22677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45820" y="25603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2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845820" y="30175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CSV or connect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Ads, Meta, CRM, SEO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0540" y="210312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20540" y="2103120"/>
            <a:ext cx="73152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94860" y="22677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94860" y="25603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2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4594860" y="30175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cross-references every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in 15 seconds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069580" y="210312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069580" y="2103120"/>
            <a:ext cx="73152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343900" y="22677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343900" y="25603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2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8343900" y="30175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prioritized actions: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STOP, FIX, INVEST, OBSERVE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31520" y="37490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WE WIN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71500" y="4114800"/>
            <a:ext cx="3520440" cy="1280160"/>
          </a:xfrm>
          <a:prstGeom prst="roundRect">
            <a:avLst>
              <a:gd name="adj" fmla="val 857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45820" y="4343400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45820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257300" y="43159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Intelligence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845820" y="477316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+ SEO + CRM together. Competitors see one silo.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320540" y="4114800"/>
            <a:ext cx="3520440" cy="1280160"/>
          </a:xfrm>
          <a:prstGeom prst="roundRect">
            <a:avLst>
              <a:gd name="adj" fmla="val 857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594860" y="4343400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94860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5006340" y="43159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Scores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4594860" y="477316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0–100% score on every rec. Know when to trust the AI.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8069580" y="4114800"/>
            <a:ext cx="3520440" cy="1280160"/>
          </a:xfrm>
          <a:prstGeom prst="roundRect">
            <a:avLst>
              <a:gd name="adj" fmla="val 857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343900" y="434340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343900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8755380" y="43159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Cheaper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8343900" y="477316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$25/mo vs Northbeam's $1,000+. Built for SMBs.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1371600" y="5669280"/>
            <a:ext cx="9418320" cy="457200"/>
          </a:xfrm>
          <a:prstGeom prst="roundRect">
            <a:avLst>
              <a:gd name="adj" fmla="val 24000"/>
            </a:avLst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463040" y="566928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1F5F9"/>
                </a:solidFill>
              </a:rPr>
              <a:t>"You don't get a dashboard. </a:t>
            </a:r>
            <a:pPr algn="ctr" indent="0" marL="0">
              <a:buNone/>
            </a:pPr>
            <a:r>
              <a:rPr lang="en-US" sz="1400" b="1" i="1" dirty="0">
                <a:solidFill>
                  <a:srgbClr val="3B82F6"/>
                </a:solidFill>
              </a:rPr>
              <a:t>You get the answer.</a:t>
            </a:r>
            <a:pPr algn="ctr" indent="0" marL="0">
              <a:buNone/>
            </a:pPr>
            <a:r>
              <a:rPr lang="en-US" sz="1400" i="1" dirty="0">
                <a:solidFill>
                  <a:srgbClr val="F1F5F9"/>
                </a:solidFill>
              </a:rPr>
              <a:t>"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47472"/>
            <a:ext cx="347472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84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SpendSignal.ai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10469880" y="365760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14224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69880" y="3657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PITCH DECK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623560" y="6355080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2356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8686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Built. Live. </a:t>
            </a:r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Real Money</a:t>
            </a:r>
            <a:pPr algn="ctr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Building Next.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731520" y="21945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2560320"/>
            <a:ext cx="2537460" cy="150876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2560320"/>
            <a:ext cx="25374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834640"/>
            <a:ext cx="2171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$16.9K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914400" y="3520440"/>
            <a:ext cx="21717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spend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in one demo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451860" y="2560320"/>
            <a:ext cx="2537460" cy="150876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51860" y="2560320"/>
            <a:ext cx="25374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34740" y="2834640"/>
            <a:ext cx="2171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3800" dirty="0"/>
          </a:p>
        </p:txBody>
      </p:sp>
      <p:sp>
        <p:nvSpPr>
          <p:cNvPr id="18" name="Text 15"/>
          <p:cNvSpPr/>
          <p:nvPr/>
        </p:nvSpPr>
        <p:spPr>
          <a:xfrm>
            <a:off x="3634740" y="3520440"/>
            <a:ext cx="21717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confidence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on recs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172200" y="2560320"/>
            <a:ext cx="2537460" cy="150876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72200" y="2560320"/>
            <a:ext cx="25374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55080" y="2834640"/>
            <a:ext cx="2171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214+</a:t>
            </a:r>
            <a:endParaRPr lang="en-US" sz="3800" dirty="0"/>
          </a:p>
        </p:txBody>
      </p:sp>
      <p:sp>
        <p:nvSpPr>
          <p:cNvPr id="22" name="Text 19"/>
          <p:cNvSpPr/>
          <p:nvPr/>
        </p:nvSpPr>
        <p:spPr>
          <a:xfrm>
            <a:off x="6355080" y="3520440"/>
            <a:ext cx="21717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analyzed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run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892540" y="2560320"/>
            <a:ext cx="2537460" cy="150876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892540" y="2560320"/>
            <a:ext cx="2537460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075420" y="2834640"/>
            <a:ext cx="2171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15s</a:t>
            </a:r>
            <a:endParaRPr lang="en-US" sz="3800" dirty="0"/>
          </a:p>
        </p:txBody>
      </p:sp>
      <p:sp>
        <p:nvSpPr>
          <p:cNvPr id="26" name="Text 23"/>
          <p:cNvSpPr/>
          <p:nvPr/>
        </p:nvSpPr>
        <p:spPr>
          <a:xfrm>
            <a:off x="9075420" y="3520440"/>
            <a:ext cx="21717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actionable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31520" y="4297680"/>
            <a:ext cx="10698480" cy="548640"/>
          </a:xfrm>
          <a:prstGeom prst="roundRect">
            <a:avLst>
              <a:gd name="adj" fmla="val 20000"/>
            </a:avLst>
          </a:prstGeom>
          <a:solidFill>
            <a:srgbClr val="0F30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22960" y="4297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  </a:t>
            </a:r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</a:rPr>
              <a:t>Product live on Vercel  •  </a:t>
            </a:r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  </a:t>
            </a:r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</a:rPr>
              <a:t>3 beta testers onboarded  •  </a:t>
            </a:r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  </a:t>
            </a:r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</a:rPr>
              <a:t>Google Ads integration in progress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31520" y="48006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ASK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31520" y="5166360"/>
            <a:ext cx="3413760" cy="868680"/>
          </a:xfrm>
          <a:prstGeom prst="roundRect">
            <a:avLst>
              <a:gd name="adj" fmla="val 12632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31520" y="5166360"/>
            <a:ext cx="54864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0120" y="5276088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BETA TESTERS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60120" y="5550408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teams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real ad accounts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373880" y="5166360"/>
            <a:ext cx="3413760" cy="868680"/>
          </a:xfrm>
          <a:prstGeom prst="roundRect">
            <a:avLst>
              <a:gd name="adj" fmla="val 12632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373880" y="5166360"/>
            <a:ext cx="54864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602480" y="5276088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STRATEGIC INTROS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602480" y="5550408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leaders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ad platform partners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8016240" y="5166360"/>
            <a:ext cx="3413760" cy="868680"/>
          </a:xfrm>
          <a:prstGeom prst="roundRect">
            <a:avLst>
              <a:gd name="adj" fmla="val 12632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016240" y="5166360"/>
            <a:ext cx="5486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244840" y="5276088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ADVISORS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8244840" y="5550408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API &amp;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integration expertise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→  </a:t>
            </a:r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spendsignal-omega.vercel.app</a:t>
            </a:r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   •   </a:t>
            </a:r>
            <a:pPr algn="ctr"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linkedin.com/in/rupam-patra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SpendSignal.ai — Pitch Deck</dc:title>
  <dc:subject>PptxGenJS Presentation</dc:subject>
  <dc:creator>Rupam Patra</dc:creator>
  <cp:lastModifiedBy>Rupam Patra</cp:lastModifiedBy>
  <cp:revision>1</cp:revision>
  <dcterms:created xsi:type="dcterms:W3CDTF">2026-04-20T20:10:13Z</dcterms:created>
  <dcterms:modified xsi:type="dcterms:W3CDTF">2026-04-20T20:10:13Z</dcterms:modified>
</cp:coreProperties>
</file>